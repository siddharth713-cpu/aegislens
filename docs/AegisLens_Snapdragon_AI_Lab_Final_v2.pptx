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5346B043-FEC1-41FE-923D-E6464E052A5A}" type="slidenum"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17E0087-B09C-4386-8E24-03AD8F0AA74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FF17039-9FAE-4EC8-85A0-D60332B6D3C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6B7E8B4-A8E8-4D94-86ED-34846E14B47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E39D9EC-7EFF-4547-AD28-E614910108D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A7D64B2-FAE5-4351-93F2-0F9DD433626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6F53B4D-525A-48A6-96FE-4CC01CE02FB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C9F4FB2-6BEB-4852-81F9-1477756CF49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4660722-6487-41D1-932D-5541698F5D2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833EAF6-CB2A-40B2-833C-59165016432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D8BAE03-2AC5-4771-AC99-017EF55D3DC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IN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IN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0" descr="/mnt/data/aegis_convert/page-01.png"/>
          <p:cNvPicPr/>
          <p:nvPr/>
        </p:nvPicPr>
        <p:blipFill>
          <a:blip r:embed="rId1"/>
          <a:stretch/>
        </p:blipFill>
        <p:spPr>
          <a:xfrm>
            <a:off x="0" y="0"/>
            <a:ext cx="914364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0" descr="/mnt/data/aegis_convert/page-02.png"/>
          <p:cNvPicPr/>
          <p:nvPr/>
        </p:nvPicPr>
        <p:blipFill>
          <a:blip r:embed="rId1"/>
          <a:stretch/>
        </p:blipFill>
        <p:spPr>
          <a:xfrm>
            <a:off x="0" y="0"/>
            <a:ext cx="914364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0" descr="/mnt/data/aegis_convert/page-03.png"/>
          <p:cNvPicPr/>
          <p:nvPr/>
        </p:nvPicPr>
        <p:blipFill>
          <a:blip r:embed="rId1"/>
          <a:stretch/>
        </p:blipFill>
        <p:spPr>
          <a:xfrm>
            <a:off x="0" y="0"/>
            <a:ext cx="914364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 0" descr="/mnt/data/aegis_convert/page-04.png"/>
          <p:cNvPicPr/>
          <p:nvPr/>
        </p:nvPicPr>
        <p:blipFill>
          <a:blip r:embed="rId1"/>
          <a:stretch/>
        </p:blipFill>
        <p:spPr>
          <a:xfrm>
            <a:off x="0" y="0"/>
            <a:ext cx="914364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 0" descr="/mnt/data/aegis_convert/page-05.png"/>
          <p:cNvPicPr/>
          <p:nvPr/>
        </p:nvPicPr>
        <p:blipFill>
          <a:blip r:embed="rId1"/>
          <a:stretch/>
        </p:blipFill>
        <p:spPr>
          <a:xfrm>
            <a:off x="0" y="0"/>
            <a:ext cx="914364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 0" descr="/mnt/data/aegis_convert/page-06.png"/>
          <p:cNvPicPr/>
          <p:nvPr/>
        </p:nvPicPr>
        <p:blipFill>
          <a:blip r:embed="rId1"/>
          <a:stretch/>
        </p:blipFill>
        <p:spPr>
          <a:xfrm>
            <a:off x="0" y="0"/>
            <a:ext cx="914364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 0" descr="/mnt/data/aegis_convert/page-07.png"/>
          <p:cNvPicPr/>
          <p:nvPr/>
        </p:nvPicPr>
        <p:blipFill>
          <a:blip r:embed="rId1"/>
          <a:stretch/>
        </p:blipFill>
        <p:spPr>
          <a:xfrm>
            <a:off x="0" y="0"/>
            <a:ext cx="914364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 0" descr="/mnt/data/aegis_convert/page-08.png"/>
          <p:cNvPicPr/>
          <p:nvPr/>
        </p:nvPicPr>
        <p:blipFill>
          <a:blip r:embed="rId1"/>
          <a:stretch/>
        </p:blipFill>
        <p:spPr>
          <a:xfrm>
            <a:off x="0" y="0"/>
            <a:ext cx="914364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0" descr="/mnt/data/aegis_convert/page-09.png"/>
          <p:cNvPicPr/>
          <p:nvPr/>
        </p:nvPicPr>
        <p:blipFill>
          <a:blip r:embed="rId1"/>
          <a:stretch/>
        </p:blipFill>
        <p:spPr>
          <a:xfrm>
            <a:off x="0" y="0"/>
            <a:ext cx="914364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0" descr="/mnt/data/aegis_convert/page-10.png"/>
          <p:cNvPicPr/>
          <p:nvPr/>
        </p:nvPicPr>
        <p:blipFill>
          <a:blip r:embed="rId1"/>
          <a:stretch/>
        </p:blipFill>
        <p:spPr>
          <a:xfrm>
            <a:off x="0" y="0"/>
            <a:ext cx="914364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LibreOffice/26.2.5.2$Windows_X86_64 LibreOffice_project/cd7284b4cbbfeb507e630c1aac019f4157393acb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2026-09-20T03:12:55Z</dcterms:created>
  <dc:creator>OpenAI</dc:creator>
  <dc:description/>
  <dc:language>en-IN</dc:language>
  <cp:lastModifiedBy>OpenAI</cp:lastModifiedBy>
  <dcterms:modified xsi:type="dcterms:W3CDTF">2026-09-20T03:12:55Z</dcterms:modified>
  <cp:revision>1</cp:revision>
  <dc:subject>Converted from PDF</dc:subject>
  <dc:title>AegisLens Snapdragon AI Lab Final v2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10</vt:i4>
  </property>
  <property fmtid="{D5CDD505-2E9C-101B-9397-08002B2CF9AE}" pid="3" name="PresentationFormat">
    <vt:lpwstr>On-screen Show (16:9)</vt:lpwstr>
  </property>
  <property fmtid="{D5CDD505-2E9C-101B-9397-08002B2CF9AE}" pid="4" name="Slides">
    <vt:i4>10</vt:i4>
  </property>
</Properties>
</file>